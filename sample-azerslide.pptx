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97FC-DC18-C10A-24AB-B5299B2B7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408F9-44DC-5157-9E7E-783CE94B4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BAB0-E7EA-132A-5B6C-2A23A031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54633-2794-E2DF-205B-B06E57B3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F40C-7CC5-1252-5EB3-92A9CB79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3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B33E-F36D-BEE6-C048-BF50C109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1763-3515-9C94-9228-6B11D21A4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D7293-8858-3813-55C7-744F3542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E41D3-F7B0-04B5-5F47-0B6DF1A4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2D30C-BEC3-AF44-3FF5-8C19F59E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8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D5B71-5AA8-3832-A28D-C5214F2A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DCA9-8601-11D1-4E60-9AD30AD9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BC980-3E34-5BAE-93A7-AC6F6055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B8E3C-0A03-53D7-716F-606D9A3B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B0F9-1F39-9D2C-0C58-569D6286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6368-001C-7D0D-CC42-4A62D32A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B6F7-BF47-BEA6-E9D5-8620C35BC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CAE9B-5729-AA22-1959-A205E57B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56B51-2CE0-72AD-0BFB-11EA298A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53D6C-0EE0-CD93-692F-112AFE7A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144C-A51F-58B2-CAD0-9A620724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1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4BC9-A476-54E9-063D-64C2B675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43E50-A3BB-2ADE-8FCA-550643FD3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135A3-9319-22D0-AD2B-0597E0E73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5CC12-32EF-7374-2905-BB325E7F8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F7F6F-C7E0-7979-0B80-99CC80195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CCB7D-DE0B-8510-1F38-ACD2D75D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C9B96-02D6-C86C-D7D8-2CF38DAF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7C729-A12F-AD70-8A7F-2CB0B5B9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F12D-CB3A-3E4B-8BA6-85C0290B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4534C-BD10-D9B1-BC01-69164B7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7FEF4-BBA1-B686-0EBE-B7166DCB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CD929-E134-7030-26E8-37B1C193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2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53FF1-4D84-9FE3-0D12-A467C9A9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2B64A-1DCA-F358-40E1-7BA6E4A4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C4E5A-1AB5-EA6E-2413-09E65709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1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568A-D70B-86AE-2B98-025FF81E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EEF1-8A38-B7D9-9E2D-9126371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7F04B-2733-DAB7-6BE5-CD90F7D22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1ED13-C797-5994-3692-5FDA809E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CA2DE-5525-BFF3-0F66-7D812382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75FBA-90A9-9DFD-354F-09D8FB63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493D-10B7-FA14-26A8-559E74D4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B801B-69F3-1E38-88F3-B6065A42B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CA56-6E08-04AC-BE0F-5BF645061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AC147-C073-F77D-5AF0-8A0A68DE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11A9F-CB92-2151-8910-D3805C8A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E56E0-C8B6-0B7F-42C2-7A5EA249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9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AC70-9852-92AE-495A-898F7D01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C1D92-406D-0BC2-CF6B-8505C56C7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A48ED-6BCC-C098-2F20-78C24A5A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5EE2D-F6AC-A812-A580-F6736290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83D63-1177-2F1E-53B7-8EB0F864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7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07179-0A2D-4C60-CB1C-69E949DB0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34EFB-43AD-689D-11ED-B729EAC75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EDF0E-01D9-5396-0995-A437176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FB9E-226D-B6BE-67F3-8C8C1242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89268-3CFB-1637-F566-1296FD70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34349-055F-953C-356F-FFF75D8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86626-B9D7-2B6B-95BE-8BCEE5B41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9A066-B65F-9315-01C2-D99C50722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B7E70-FCD9-4E3C-AFD7-072190B4CBBD}" type="datetimeFigureOut">
              <a:rPr lang="en-US" smtClean="0"/>
              <a:t>05/14/2026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4AD0-4F9B-60D9-8F5E-4B20BDFAE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ED4A0-5A03-586C-CBF5-5A2CED6B5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1F372-646D-4847-BA2C-F644E0DA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7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nu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C1960E-0671-74C6-9B8A-9BEF51FC43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049AF6-CB9A-A09E-B06C-527631034E30}"/>
              </a:ext>
            </a:extLst>
          </p:cNvPr>
          <p:cNvSpPr/>
          <p:nvPr/>
        </p:nvSpPr>
        <p:spPr>
          <a:xfrm>
            <a:off x="-254000" y="5334000"/>
            <a:ext cx="2413000" cy="2413000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B18A3B-3EE1-6B59-97BD-399BAFAB0D20}"/>
              </a:ext>
            </a:extLst>
          </p:cNvPr>
          <p:cNvSpPr/>
          <p:nvPr/>
        </p:nvSpPr>
        <p:spPr>
          <a:xfrm>
            <a:off x="9144000" y="-127000"/>
            <a:ext cx="2667000" cy="2667000"/>
          </a:xfrm>
          <a:prstGeom prst="ellipse">
            <a:avLst/>
          </a:prstGeom>
          <a:solidFill>
            <a:srgbClr val="570000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ADCE9E-5CE5-5AFB-F11C-7283C683B892}"/>
              </a:ext>
            </a:extLst>
          </p:cNvPr>
          <p:cNvSpPr/>
          <p:nvPr/>
        </p:nvSpPr>
        <p:spPr>
          <a:xfrm>
            <a:off x="7366000" y="5461000"/>
            <a:ext cx="2032000" cy="2032000"/>
          </a:xfrm>
          <a:prstGeom prst="ellipse">
            <a:avLst/>
          </a:prstGeom>
          <a:solidFill>
            <a:srgbClr val="7A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462A-4F82-808D-22CB-B89344CA0CC6}"/>
              </a:ext>
            </a:extLst>
          </p:cNvPr>
          <p:cNvSpPr txBox="1"/>
          <p:nvPr/>
        </p:nvSpPr>
        <p:spPr>
          <a:xfrm>
            <a:off x="558800" y="431800"/>
            <a:ext cx="7747000" cy="52322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2400" b="1">
                <a:solidFill>
                  <a:srgbClr val="200000"/>
                </a:solidFill>
                <a:latin typeface="Arial Rounded MT Bold" panose="020F0704030504030204" pitchFamily="34" charset="0"/>
              </a:rPr>
              <a:t>AzÉ™rslide dÉ™rs menyusu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7478A0-EA83-4888-9459-E3D0C90EB1DA}"/>
              </a:ext>
            </a:extLst>
          </p:cNvPr>
          <p:cNvSpPr/>
          <p:nvPr/>
        </p:nvSpPr>
        <p:spPr>
          <a:xfrm>
            <a:off x="558800" y="1168400"/>
            <a:ext cx="3683000" cy="4318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1300">
                <a:solidFill>
                  <a:srgbClr val="200000"/>
                </a:solidFill>
                <a:latin typeface="Calibri" panose="020F0502020204030204" pitchFamily="34" charset="0"/>
              </a:rPr>
              <a:t>FÉ™nn: Riyaziyyat     Sinif: 2-ci sinif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0AA38-4B1A-BD09-4FBF-A2A93DBBF0D0}"/>
              </a:ext>
            </a:extLst>
          </p:cNvPr>
          <p:cNvSpPr txBox="1"/>
          <p:nvPr/>
        </p:nvSpPr>
        <p:spPr>
          <a:xfrm>
            <a:off x="558800" y="1676400"/>
            <a:ext cx="8382000" cy="40011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1600">
                <a:solidFill>
                  <a:srgbClr val="300000"/>
                </a:solidFill>
                <a:latin typeface="Calibri" panose="020F0502020204030204" pitchFamily="34" charset="0"/>
              </a:rPr>
              <a:t>1-4-cÃ¼ sinif Ã¼Ã§Ã¼n daha rÉ™ngli vÉ™ uÅŸaqyÃ¶nlÃ¼ dizayn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7493B4-094F-1672-4C4F-979E1FEEC150}"/>
              </a:ext>
            </a:extLst>
          </p:cNvPr>
          <p:cNvSpPr/>
          <p:nvPr/>
        </p:nvSpPr>
        <p:spPr>
          <a:xfrm>
            <a:off x="558800" y="2006600"/>
            <a:ext cx="5715000" cy="53340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1600">
                <a:solidFill>
                  <a:srgbClr val="300000"/>
                </a:solidFill>
                <a:latin typeface="Calibri" panose="020F0502020204030204" pitchFamily="34" charset="0"/>
              </a:rPr>
              <a:t>DÃ¼ymÉ™yÉ™ klik edin vÉ™ uyÄŸun slayda keÃ§in.</a:t>
            </a:r>
          </a:p>
        </p:txBody>
      </p:sp>
      <p:sp>
        <p:nvSpPr>
          <p:cNvPr id="10" name="Rectangle: Rounded Corners 9">
            <a:hlinkClick r:id="" action="ppaction://noaction"/>
            <a:extLst>
              <a:ext uri="{FF2B5EF4-FFF2-40B4-BE49-F238E27FC236}">
                <a16:creationId xmlns:a16="http://schemas.microsoft.com/office/drawing/2014/main" id="{2A86146E-BFAB-15CE-59F5-629D28F47D9B}"/>
              </a:ext>
            </a:extLst>
          </p:cNvPr>
          <p:cNvSpPr/>
          <p:nvPr/>
        </p:nvSpPr>
        <p:spPr>
          <a:xfrm>
            <a:off x="1866900" y="2794000"/>
            <a:ext cx="2667000" cy="9398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DÉ™rslik</a:t>
            </a:r>
          </a:p>
        </p:txBody>
      </p: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748A375C-CFB8-88C2-D27E-7500A715ED71}"/>
              </a:ext>
            </a:extLst>
          </p:cNvPr>
          <p:cNvSpPr/>
          <p:nvPr/>
        </p:nvSpPr>
        <p:spPr>
          <a:xfrm>
            <a:off x="4762500" y="2794000"/>
            <a:ext cx="2667000" cy="939800"/>
          </a:xfrm>
          <a:prstGeom prst="roundRect">
            <a:avLst/>
          </a:prstGeom>
          <a:solidFill>
            <a:srgbClr val="57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Motivasiya</a:t>
            </a:r>
          </a:p>
        </p:txBody>
      </p:sp>
      <p:sp>
        <p:nvSpPr>
          <p:cNvPr id="12" name="Rectangle: Rounded Corners 11">
            <a:hlinkClick r:id="" action="ppaction://noaction"/>
            <a:extLst>
              <a:ext uri="{FF2B5EF4-FFF2-40B4-BE49-F238E27FC236}">
                <a16:creationId xmlns:a16="http://schemas.microsoft.com/office/drawing/2014/main" id="{856BCC89-18A8-382D-CFDA-D55B3570A9C4}"/>
              </a:ext>
            </a:extLst>
          </p:cNvPr>
          <p:cNvSpPr/>
          <p:nvPr/>
        </p:nvSpPr>
        <p:spPr>
          <a:xfrm>
            <a:off x="7658100" y="2794000"/>
            <a:ext cx="2667000" cy="939800"/>
          </a:xfrm>
          <a:prstGeom prst="roundRect">
            <a:avLst/>
          </a:prstGeom>
          <a:solidFill>
            <a:srgbClr val="7A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MÉ™sÉ™lÉ™ hÉ™lli</a:t>
            </a:r>
          </a:p>
        </p:txBody>
      </p:sp>
    </p:spTree>
    <p:extLst>
      <p:ext uri="{BB962C8B-B14F-4D97-AF65-F5344CB8AC3E}">
        <p14:creationId xmlns:p14="http://schemas.microsoft.com/office/powerpoint/2010/main" val="297648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-2-dé-rsl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2E32ED-15B1-C0EB-0E4D-4EBC7D8640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810F0A-3E0D-B808-C17C-6BB16EEF254C}"/>
              </a:ext>
            </a:extLst>
          </p:cNvPr>
          <p:cNvSpPr/>
          <p:nvPr/>
        </p:nvSpPr>
        <p:spPr>
          <a:xfrm>
            <a:off x="-254000" y="5334000"/>
            <a:ext cx="2413000" cy="2413000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CC14A1-8CC8-1A48-B446-ADEE9B88752A}"/>
              </a:ext>
            </a:extLst>
          </p:cNvPr>
          <p:cNvSpPr/>
          <p:nvPr/>
        </p:nvSpPr>
        <p:spPr>
          <a:xfrm>
            <a:off x="9144000" y="-127000"/>
            <a:ext cx="2667000" cy="2667000"/>
          </a:xfrm>
          <a:prstGeom prst="ellipse">
            <a:avLst/>
          </a:prstGeom>
          <a:solidFill>
            <a:srgbClr val="570000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18E7B2-1DFD-6DF3-2CC0-767E44E05E5A}"/>
              </a:ext>
            </a:extLst>
          </p:cNvPr>
          <p:cNvSpPr/>
          <p:nvPr/>
        </p:nvSpPr>
        <p:spPr>
          <a:xfrm>
            <a:off x="7366000" y="5461000"/>
            <a:ext cx="2032000" cy="2032000"/>
          </a:xfrm>
          <a:prstGeom prst="ellipse">
            <a:avLst/>
          </a:prstGeom>
          <a:solidFill>
            <a:srgbClr val="7A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9F148-F43E-56C8-7421-805A7E168DC9}"/>
              </a:ext>
            </a:extLst>
          </p:cNvPr>
          <p:cNvSpPr txBox="1"/>
          <p:nvPr/>
        </p:nvSpPr>
        <p:spPr>
          <a:xfrm>
            <a:off x="558800" y="431800"/>
            <a:ext cx="7747000" cy="52322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2400" b="1">
                <a:solidFill>
                  <a:srgbClr val="200000"/>
                </a:solidFill>
                <a:latin typeface="Arial Rounded MT Bold" panose="020F0704030504030204" pitchFamily="34" charset="0"/>
              </a:rPr>
              <a:t>SLAYD 2 - DÉ™rslik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95B2AA-3551-8935-0358-24DCADC7C1FB}"/>
              </a:ext>
            </a:extLst>
          </p:cNvPr>
          <p:cNvSpPr/>
          <p:nvPr/>
        </p:nvSpPr>
        <p:spPr>
          <a:xfrm>
            <a:off x="558800" y="1168400"/>
            <a:ext cx="3683000" cy="4318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1300">
                <a:solidFill>
                  <a:srgbClr val="200000"/>
                </a:solidFill>
                <a:latin typeface="Calibri" panose="020F0502020204030204" pitchFamily="34" charset="0"/>
              </a:rPr>
              <a:t>FÉ™nn: Riyaziyyat     Sinif: 2-ci sinif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EDFD44-0A65-CD45-1218-178D125E1651}"/>
              </a:ext>
            </a:extLst>
          </p:cNvPr>
          <p:cNvSpPr txBox="1"/>
          <p:nvPr/>
        </p:nvSpPr>
        <p:spPr>
          <a:xfrm>
            <a:off x="558800" y="1676400"/>
            <a:ext cx="8382000" cy="40011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1600">
                <a:solidFill>
                  <a:srgbClr val="300000"/>
                </a:solidFill>
                <a:latin typeface="Calibri" panose="020F0502020204030204" pitchFamily="34" charset="0"/>
              </a:rPr>
              <a:t>MÉ™zmunu mÃ¼É™llim Ã¶zÃ¼ doldurur.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D6AD86-1CD4-67B8-9864-B4EDFADF9B5D}"/>
              </a:ext>
            </a:extLst>
          </p:cNvPr>
          <p:cNvSpPr/>
          <p:nvPr/>
        </p:nvSpPr>
        <p:spPr>
          <a:xfrm>
            <a:off x="660400" y="2616200"/>
            <a:ext cx="7366000" cy="3124200"/>
          </a:xfrm>
          <a:prstGeom prst="roundRect">
            <a:avLst/>
          </a:prstGeom>
          <a:solidFill>
            <a:srgbClr val="FF0000"/>
          </a:solidFill>
          <a:ln w="1524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Bu slaydda dÉ™rs mÉ™zmunu avtomatik yazÄ±lmÄ±r.</a:t>
            </a:r>
          </a:p>
          <a:p>
            <a:endParaRPr lang="en-US" sz="2000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MÃ¼É™llim burada bunlarÄ± É™lavÉ™ edir: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izahlar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suallar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Ã§alÄ±ÅŸmalar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videolar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D044A1-A76B-36AC-4B62-272DC0F5DB0C}"/>
              </a:ext>
            </a:extLst>
          </p:cNvPr>
          <p:cNvSpPr/>
          <p:nvPr/>
        </p:nvSpPr>
        <p:spPr>
          <a:xfrm>
            <a:off x="8432800" y="2616200"/>
            <a:ext cx="2946400" cy="312420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Bu bÃ¶lmÉ™ Ã¼Ã§Ã¼n É™lavÉ™ edÉ™ bilÉ™rsiniz:</a:t>
            </a:r>
          </a:p>
          <a:p>
            <a:endParaRPr lang="en-US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tÉ™qdimat qeydlÉ™ri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qÄ±sa tapÅŸÄ±rÄ±qlar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ÅŸÉ™killÉ™r vÉ™ videolar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siniflÉ™ dialoq</a:t>
            </a:r>
          </a:p>
        </p:txBody>
      </p: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90184324-9286-A303-68BD-C2250A81C115}"/>
              </a:ext>
            </a:extLst>
          </p:cNvPr>
          <p:cNvSpPr/>
          <p:nvPr/>
        </p:nvSpPr>
        <p:spPr>
          <a:xfrm>
            <a:off x="660400" y="6146800"/>
            <a:ext cx="2794000" cy="6604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Geri menyuya</a:t>
            </a:r>
          </a:p>
        </p:txBody>
      </p:sp>
    </p:spTree>
    <p:extLst>
      <p:ext uri="{BB962C8B-B14F-4D97-AF65-F5344CB8AC3E}">
        <p14:creationId xmlns:p14="http://schemas.microsoft.com/office/powerpoint/2010/main" val="183643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-3-motivasi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BC9F1E-975E-D1F4-82BA-E160A52213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8BD436-20C2-01B4-72D4-E46142458AEA}"/>
              </a:ext>
            </a:extLst>
          </p:cNvPr>
          <p:cNvSpPr/>
          <p:nvPr/>
        </p:nvSpPr>
        <p:spPr>
          <a:xfrm>
            <a:off x="-254000" y="5334000"/>
            <a:ext cx="2413000" cy="2413000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6A87D8-DE0B-AB24-4B7D-6C472F3FC340}"/>
              </a:ext>
            </a:extLst>
          </p:cNvPr>
          <p:cNvSpPr/>
          <p:nvPr/>
        </p:nvSpPr>
        <p:spPr>
          <a:xfrm>
            <a:off x="9144000" y="-127000"/>
            <a:ext cx="2667000" cy="2667000"/>
          </a:xfrm>
          <a:prstGeom prst="ellipse">
            <a:avLst/>
          </a:prstGeom>
          <a:solidFill>
            <a:srgbClr val="570000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FFE7E3-C245-472E-2B46-B74E6C1BB75B}"/>
              </a:ext>
            </a:extLst>
          </p:cNvPr>
          <p:cNvSpPr/>
          <p:nvPr/>
        </p:nvSpPr>
        <p:spPr>
          <a:xfrm>
            <a:off x="7366000" y="5461000"/>
            <a:ext cx="2032000" cy="2032000"/>
          </a:xfrm>
          <a:prstGeom prst="ellipse">
            <a:avLst/>
          </a:prstGeom>
          <a:solidFill>
            <a:srgbClr val="7A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E7ABE-6B5D-F766-AF4F-F6BA27B1A3DC}"/>
              </a:ext>
            </a:extLst>
          </p:cNvPr>
          <p:cNvSpPr txBox="1"/>
          <p:nvPr/>
        </p:nvSpPr>
        <p:spPr>
          <a:xfrm>
            <a:off x="558800" y="431800"/>
            <a:ext cx="7747000" cy="52322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2400" b="1">
                <a:solidFill>
                  <a:srgbClr val="200000"/>
                </a:solidFill>
                <a:latin typeface="Arial Rounded MT Bold" panose="020F0704030504030204" pitchFamily="34" charset="0"/>
              </a:rPr>
              <a:t>SLAYD 3 - Motivasiya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06128F-9FF4-D40F-C8D8-E3CE0ADA883F}"/>
              </a:ext>
            </a:extLst>
          </p:cNvPr>
          <p:cNvSpPr/>
          <p:nvPr/>
        </p:nvSpPr>
        <p:spPr>
          <a:xfrm>
            <a:off x="558800" y="1168400"/>
            <a:ext cx="3683000" cy="4318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1300">
                <a:solidFill>
                  <a:srgbClr val="200000"/>
                </a:solidFill>
                <a:latin typeface="Calibri" panose="020F0502020204030204" pitchFamily="34" charset="0"/>
              </a:rPr>
              <a:t>FÉ™nn: Riyaziyyat     Sinif: 2-ci sinif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6B6DA-924C-0B7F-A8F6-F14758367D87}"/>
              </a:ext>
            </a:extLst>
          </p:cNvPr>
          <p:cNvSpPr txBox="1"/>
          <p:nvPr/>
        </p:nvSpPr>
        <p:spPr>
          <a:xfrm>
            <a:off x="558800" y="1676400"/>
            <a:ext cx="8382000" cy="40011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1600">
                <a:solidFill>
                  <a:srgbClr val="300000"/>
                </a:solidFill>
                <a:latin typeface="Calibri" panose="020F0502020204030204" pitchFamily="34" charset="0"/>
              </a:rPr>
              <a:t>MÉ™zmunu mÃ¼É™llim Ã¶zÃ¼ doldurur.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C2161C-E667-644D-A737-607A3AB5613A}"/>
              </a:ext>
            </a:extLst>
          </p:cNvPr>
          <p:cNvSpPr/>
          <p:nvPr/>
        </p:nvSpPr>
        <p:spPr>
          <a:xfrm>
            <a:off x="660400" y="2616200"/>
            <a:ext cx="7366000" cy="3124200"/>
          </a:xfrm>
          <a:prstGeom prst="roundRect">
            <a:avLst/>
          </a:prstGeom>
          <a:solidFill>
            <a:srgbClr val="FF0000"/>
          </a:solidFill>
          <a:ln w="1524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Bu slaydda dÉ™rs mÉ™zmunu avtomatik yazÄ±lmÄ±r.</a:t>
            </a:r>
          </a:p>
          <a:p>
            <a:endParaRPr lang="en-US" sz="2000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MÃ¼É™llim burada bunlarÄ± É™lavÉ™ edir: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izahlar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suallar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Ã§alÄ±ÅŸmalar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videolar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910236-276C-BA87-2C1F-B4ABA5BFBC00}"/>
              </a:ext>
            </a:extLst>
          </p:cNvPr>
          <p:cNvSpPr/>
          <p:nvPr/>
        </p:nvSpPr>
        <p:spPr>
          <a:xfrm>
            <a:off x="8432800" y="2616200"/>
            <a:ext cx="2946400" cy="312420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Bu bÃ¶lmÉ™ Ã¼Ã§Ã¼n É™lavÉ™ edÉ™ bilÉ™rsiniz:</a:t>
            </a:r>
          </a:p>
          <a:p>
            <a:endParaRPr lang="en-US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tÉ™qdimat qeydlÉ™ri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qÄ±sa tapÅŸÄ±rÄ±qlar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ÅŸÉ™killÉ™r vÉ™ videolar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siniflÉ™ dialoq</a:t>
            </a:r>
          </a:p>
        </p:txBody>
      </p: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59B31690-6673-C3AD-DCC5-3EF655B94B4A}"/>
              </a:ext>
            </a:extLst>
          </p:cNvPr>
          <p:cNvSpPr/>
          <p:nvPr/>
        </p:nvSpPr>
        <p:spPr>
          <a:xfrm>
            <a:off x="660400" y="6146800"/>
            <a:ext cx="2794000" cy="6604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Geri menyuya</a:t>
            </a:r>
          </a:p>
        </p:txBody>
      </p:sp>
    </p:spTree>
    <p:extLst>
      <p:ext uri="{BB962C8B-B14F-4D97-AF65-F5344CB8AC3E}">
        <p14:creationId xmlns:p14="http://schemas.microsoft.com/office/powerpoint/2010/main" val="56301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-4-mé-sé-lé-hé-l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D9EF84-9223-87F1-39F8-444B0E6A57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B262C9-76EC-4AB2-0983-C233F4361029}"/>
              </a:ext>
            </a:extLst>
          </p:cNvPr>
          <p:cNvSpPr/>
          <p:nvPr/>
        </p:nvSpPr>
        <p:spPr>
          <a:xfrm>
            <a:off x="-254000" y="5334000"/>
            <a:ext cx="2413000" cy="2413000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C3E200-7B98-DA4D-7483-E1AE515F12DC}"/>
              </a:ext>
            </a:extLst>
          </p:cNvPr>
          <p:cNvSpPr/>
          <p:nvPr/>
        </p:nvSpPr>
        <p:spPr>
          <a:xfrm>
            <a:off x="9144000" y="-127000"/>
            <a:ext cx="2667000" cy="2667000"/>
          </a:xfrm>
          <a:prstGeom prst="ellipse">
            <a:avLst/>
          </a:prstGeom>
          <a:solidFill>
            <a:srgbClr val="570000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36E5A6-C2B6-5C20-8663-718A3A9C579A}"/>
              </a:ext>
            </a:extLst>
          </p:cNvPr>
          <p:cNvSpPr/>
          <p:nvPr/>
        </p:nvSpPr>
        <p:spPr>
          <a:xfrm>
            <a:off x="7366000" y="5461000"/>
            <a:ext cx="2032000" cy="2032000"/>
          </a:xfrm>
          <a:prstGeom prst="ellipse">
            <a:avLst/>
          </a:prstGeom>
          <a:solidFill>
            <a:srgbClr val="7A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040A9-D9C8-E279-A881-7DE3082FBDFA}"/>
              </a:ext>
            </a:extLst>
          </p:cNvPr>
          <p:cNvSpPr txBox="1"/>
          <p:nvPr/>
        </p:nvSpPr>
        <p:spPr>
          <a:xfrm>
            <a:off x="558800" y="431800"/>
            <a:ext cx="7747000" cy="52322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2400" b="1">
                <a:solidFill>
                  <a:srgbClr val="200000"/>
                </a:solidFill>
                <a:latin typeface="Arial Rounded MT Bold" panose="020F0704030504030204" pitchFamily="34" charset="0"/>
              </a:rPr>
              <a:t>SLAYD 4 - MÉ™sÉ™lÉ™ hÉ™lli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CE7DA8-D2A3-FE93-4935-B6399A34797F}"/>
              </a:ext>
            </a:extLst>
          </p:cNvPr>
          <p:cNvSpPr/>
          <p:nvPr/>
        </p:nvSpPr>
        <p:spPr>
          <a:xfrm>
            <a:off x="558800" y="1168400"/>
            <a:ext cx="3683000" cy="4318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1300">
                <a:solidFill>
                  <a:srgbClr val="200000"/>
                </a:solidFill>
                <a:latin typeface="Calibri" panose="020F0502020204030204" pitchFamily="34" charset="0"/>
              </a:rPr>
              <a:t>FÉ™nn: Riyaziyyat     Sinif: 2-ci sinif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8D3E2-F866-9D44-D43D-7E43F989F883}"/>
              </a:ext>
            </a:extLst>
          </p:cNvPr>
          <p:cNvSpPr txBox="1"/>
          <p:nvPr/>
        </p:nvSpPr>
        <p:spPr>
          <a:xfrm>
            <a:off x="558800" y="1676400"/>
            <a:ext cx="8382000" cy="400110"/>
          </a:xfrm>
          <a:prstGeom prst="rect">
            <a:avLst/>
          </a:prstGeom>
          <a:noFill/>
        </p:spPr>
        <p:txBody>
          <a:bodyPr vert="horz" lIns="127000" tIns="76200" rIns="127000" bIns="76200" rtlCol="0">
            <a:spAutoFit/>
          </a:bodyPr>
          <a:lstStyle/>
          <a:p>
            <a:r>
              <a:rPr lang="en-US" sz="1600">
                <a:solidFill>
                  <a:srgbClr val="300000"/>
                </a:solidFill>
                <a:latin typeface="Calibri" panose="020F0502020204030204" pitchFamily="34" charset="0"/>
              </a:rPr>
              <a:t>MÉ™zmunu mÃ¼É™llim Ã¶zÃ¼ doldurur.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4712E5-48C0-5F1E-82A3-524F94E6E41F}"/>
              </a:ext>
            </a:extLst>
          </p:cNvPr>
          <p:cNvSpPr/>
          <p:nvPr/>
        </p:nvSpPr>
        <p:spPr>
          <a:xfrm>
            <a:off x="660400" y="2616200"/>
            <a:ext cx="7366000" cy="3124200"/>
          </a:xfrm>
          <a:prstGeom prst="roundRect">
            <a:avLst/>
          </a:prstGeom>
          <a:solidFill>
            <a:srgbClr val="FF0000"/>
          </a:solidFill>
          <a:ln w="1524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Bu slaydda dÉ™rs mÉ™zmunu avtomatik yazÄ±lmÄ±r.</a:t>
            </a:r>
          </a:p>
          <a:p>
            <a:endParaRPr lang="en-US" sz="2000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MÃ¼É™llim burada bunlarÄ± É™lavÉ™ edir: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izahlar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suallar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Ã§alÄ±ÅŸmalar</a:t>
            </a:r>
          </a:p>
          <a:p>
            <a:r>
              <a:rPr lang="en-US" sz="2000">
                <a:solidFill>
                  <a:srgbClr val="300000"/>
                </a:solidFill>
                <a:latin typeface="Calibri" panose="020F0502020204030204" pitchFamily="34" charset="0"/>
              </a:rPr>
              <a:t>â€¢ videolar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4F467B-7DF6-EA25-7872-57E5ACEE1129}"/>
              </a:ext>
            </a:extLst>
          </p:cNvPr>
          <p:cNvSpPr/>
          <p:nvPr/>
        </p:nvSpPr>
        <p:spPr>
          <a:xfrm>
            <a:off x="8432800" y="2616200"/>
            <a:ext cx="2946400" cy="312420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Bu bÃ¶lmÉ™ Ã¼Ã§Ã¼n É™lavÉ™ edÉ™ bilÉ™rsiniz:</a:t>
            </a:r>
          </a:p>
          <a:p>
            <a:endParaRPr lang="en-US">
              <a:solidFill>
                <a:srgbClr val="300000"/>
              </a:solidFill>
              <a:latin typeface="Calibri" panose="020F0502020204030204" pitchFamily="34" charset="0"/>
            </a:endParaRP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tÉ™qdimat qeydlÉ™ri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qÄ±sa tapÅŸÄ±rÄ±qlar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ÅŸÉ™killÉ™r vÉ™ videolar</a:t>
            </a:r>
          </a:p>
          <a:p>
            <a:r>
              <a:rPr lang="en-US">
                <a:solidFill>
                  <a:srgbClr val="300000"/>
                </a:solidFill>
                <a:latin typeface="Calibri" panose="020F0502020204030204" pitchFamily="34" charset="0"/>
              </a:rPr>
              <a:t>â€¢ siniflÉ™ dialoq</a:t>
            </a:r>
          </a:p>
        </p:txBody>
      </p: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8A5153AA-2F38-A88F-DF20-DF766E85872A}"/>
              </a:ext>
            </a:extLst>
          </p:cNvPr>
          <p:cNvSpPr/>
          <p:nvPr/>
        </p:nvSpPr>
        <p:spPr>
          <a:xfrm>
            <a:off x="660400" y="6146800"/>
            <a:ext cx="2794000" cy="6604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rial Rounded MT Bold" panose="020F0704030504030204" pitchFamily="34" charset="0"/>
              </a:rPr>
              <a:t>Geri menyuya</a:t>
            </a:r>
          </a:p>
        </p:txBody>
      </p:sp>
    </p:spTree>
    <p:extLst>
      <p:ext uri="{BB962C8B-B14F-4D97-AF65-F5344CB8AC3E}">
        <p14:creationId xmlns:p14="http://schemas.microsoft.com/office/powerpoint/2010/main" val="62747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capybaradabest172424@gmail.com</dc:creator>
  <cp:lastModifiedBy>capybaradabest172424@gmail.com</cp:lastModifiedBy>
  <cp:revision>1</cp:revision>
  <dcterms:created xsi:type="dcterms:W3CDTF">2026-05-14T15:59:43Z</dcterms:created>
  <dcterms:modified xsi:type="dcterms:W3CDTF">2026-05-14T15:59:43Z</dcterms:modified>
</cp:coreProperties>
</file>